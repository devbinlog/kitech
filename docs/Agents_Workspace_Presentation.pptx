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Agents Workspace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Multi-Agent Orchestration System for CNC Machining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Purpose: Automated CNC machining analysis and scheduling</a:t>
            </a:r>
          </a:p>
          <a:p>
            <a:pPr>
              <a:defRPr sz="2000"/>
            </a:pPr>
            <a:r>
              <a:t>🏗️ Architecture: LangGraph StateGraph-based multi-agent system</a:t>
            </a:r>
          </a:p>
          <a:p>
            <a:pPr>
              <a:defRPr sz="2000"/>
            </a:pPr>
            <a:r>
              <a:t>✅ 4 Independent Agents: GcodeParser, CAMRunner, CellScheduler, Visualizer</a:t>
            </a:r>
          </a:p>
          <a:p>
            <a:pPr>
              <a:defRPr sz="2000"/>
            </a:pPr>
            <a:r>
              <a:t>📊 Test Coverage: 51 tests with 100% pass rate</a:t>
            </a:r>
          </a:p>
          <a:p>
            <a:pPr>
              <a:defRPr sz="2000"/>
            </a:pPr>
            <a:r>
              <a:t>🚀 Production Ready: Type-safe, fully documented, comprehensive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LangGraph Orchestrator - StateGraph-based workflow execution</a:t>
            </a:r>
          </a:p>
          <a:p>
            <a:pPr>
              <a:defRPr sz="2000"/>
            </a:pPr>
            <a:r>
              <a:t>G-code Parsing - Block-level G-code analysis and validation</a:t>
            </a:r>
          </a:p>
          <a:p>
            <a:pPr>
              <a:defRPr sz="2000"/>
            </a:pPr>
            <a:r>
              <a:t>CAM Analysis - Cutting parameter calculation (Ap/Ae) with OpenCAMLib</a:t>
            </a:r>
          </a:p>
          <a:p>
            <a:pPr>
              <a:defRPr sz="2000"/>
            </a:pPr>
            <a:r>
              <a:t>Manufacturing Scheduling - Multi-machine work order scheduling with OR-Tools</a:t>
            </a:r>
          </a:p>
          <a:p>
            <a:pPr>
              <a:defRPr sz="2000"/>
            </a:pPr>
            <a:r>
              <a:t>Schedule Visualization - Interactive Gantt charts and dashboards</a:t>
            </a:r>
          </a:p>
          <a:p>
            <a:pPr>
              <a:defRPr sz="2000"/>
            </a:pPr>
            <a:r>
              <a:t>Modular Architecture - Independent agents with shared utilities</a:t>
            </a:r>
          </a:p>
          <a:p>
            <a:pPr>
              <a:defRPr sz="2000"/>
            </a:pPr>
            <a:r>
              <a:t>Comprehensive Testing - 51 tests across all agents</a:t>
            </a:r>
          </a:p>
          <a:p>
            <a:pPr>
              <a:defRPr sz="2000"/>
            </a:pPr>
            <a:r>
              <a:t>Type-Safe Code - Pydantic models and explicit type hints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Project Structure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agents/ - Multi-agent system (4 agents)</a:t>
            </a:r>
          </a:p>
          <a:p>
            <a:pPr>
              <a:defRPr sz="2000"/>
            </a:pPr>
            <a:r>
              <a:t>  • gcode-parser/ - G-code parsing agent</a:t>
            </a:r>
          </a:p>
          <a:p>
            <a:pPr>
              <a:defRPr sz="2000"/>
            </a:pPr>
            <a:r>
              <a:t>  • cam-runner/ - CAM analysis agent</a:t>
            </a:r>
          </a:p>
          <a:p>
            <a:pPr>
              <a:defRPr sz="2000"/>
            </a:pPr>
            <a:r>
              <a:t>  • cell-scheduler/ - Manufacturing scheduling agent</a:t>
            </a:r>
          </a:p>
          <a:p>
            <a:pPr>
              <a:defRPr sz="2000"/>
            </a:pPr>
            <a:r>
              <a:t>  • cell-schedule-visualizer/ - Schedule visualization agent</a:t>
            </a:r>
          </a:p>
          <a:p>
            <a:pPr>
              <a:defRPr sz="2000"/>
            </a:pPr>
            <a:r>
              <a:t>orchestrator/ - LangGraph orchestrator</a:t>
            </a:r>
          </a:p>
          <a:p>
            <a:pPr>
              <a:defRPr sz="2000"/>
            </a:pPr>
            <a:r>
              <a:t>  • langgraph_orchestrator.py - Main StateGraph implementation</a:t>
            </a:r>
          </a:p>
          <a:p>
            <a:pPr>
              <a:defRPr sz="2000"/>
            </a:pPr>
            <a:r>
              <a:t>  • workflows.py - Workflow loader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Project Structure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shared/ - Shared utilities and models</a:t>
            </a:r>
          </a:p>
          <a:p>
            <a:pPr>
              <a:defRPr sz="2000"/>
            </a:pPr>
            <a:r>
              <a:t>  • core/ - Base classes</a:t>
            </a:r>
          </a:p>
          <a:p>
            <a:pPr>
              <a:defRPr sz="2000"/>
            </a:pPr>
            <a:r>
              <a:t>  • models/ - Data models</a:t>
            </a:r>
          </a:p>
          <a:p>
            <a:pPr>
              <a:defRPr sz="2000"/>
            </a:pPr>
            <a:r>
              <a:t>  • utils/ - Logging, config loading</a:t>
            </a:r>
          </a:p>
          <a:p>
            <a:pPr>
              <a:defRPr sz="2000"/>
            </a:pPr>
            <a:r>
              <a:t>  • communication/ - Agent communication layer</a:t>
            </a:r>
          </a:p>
          <a:p>
            <a:pPr>
              <a:defRPr sz="2000"/>
            </a:pPr>
            <a:r>
              <a:t>samples/ - Sample data and workflows</a:t>
            </a:r>
          </a:p>
          <a:p>
            <a:pPr>
              <a:defRPr sz="2000"/>
            </a:pPr>
            <a:r>
              <a:t>  • simple/, ISO10791/ - G-code samples</a:t>
            </a:r>
          </a:p>
          <a:p>
            <a:pPr>
              <a:defRPr sz="2000"/>
            </a:pPr>
            <a:r>
              <a:t>  • workflows/ - Workflow definitions (JSON)</a:t>
            </a:r>
          </a:p>
          <a:p>
            <a:pPr>
              <a:defRPr sz="2000"/>
            </a:pPr>
            <a:r>
              <a:t>  • config/ - Configuration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LangGraph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StateGraph: Compiled directed acyclic graph (DAG) of execution stages</a:t>
            </a:r>
          </a:p>
          <a:p>
            <a:pPr>
              <a:defRPr sz="2000"/>
            </a:pPr>
            <a:r>
              <a:t>WorkflowState (Pydantic BaseModel): Type-safe immutable state</a:t>
            </a:r>
          </a:p>
          <a:p>
            <a:pPr>
              <a:defRPr sz="2000"/>
            </a:pPr>
            <a:r>
              <a:t>Nodes: Stage execution functions with (WorkflowState) → Dict[str, Any]</a:t>
            </a:r>
          </a:p>
          <a:p>
            <a:pPr>
              <a:defRPr sz="2000"/>
            </a:pPr>
            <a:r>
              <a:t>Edges: Sequential routing between stages (stage1 → stage2 → ... → END)</a:t>
            </a:r>
          </a:p>
          <a:p>
            <a:pPr>
              <a:defRPr sz="2000"/>
            </a:pPr>
            <a:r>
              <a:t>State Management: Automatic merging of node updates into state</a:t>
            </a:r>
          </a:p>
          <a:p>
            <a:pPr>
              <a:defRPr sz="2000"/>
            </a:pPr>
            <a:r>
              <a:t>Memory/Checkpoint: Optional SQLite persistence per thread_id</a:t>
            </a:r>
          </a:p>
          <a:p>
            <a:pPr>
              <a:defRPr sz="2000"/>
            </a:pPr>
            <a:r>
              <a:t>Type Safety: Full type hints and Pydantic validation throughout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 1: GcodeParser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Features</a:t>
            </a:r>
          </a:p>
          <a:p>
            <a:pPr>
              <a:spcBef>
                <a:spcPts val="600"/>
              </a:spcBef>
              <a:defRPr sz="1400"/>
            </a:pPr>
            <a:r>
              <a:t>Parses G-code files</a:t>
            </a:r>
          </a:p>
          <a:p>
            <a:pPr>
              <a:spcBef>
                <a:spcPts val="600"/>
              </a:spcBef>
              <a:defRPr sz="1400"/>
            </a:pPr>
            <a:r>
              <a:t>Extracts commands (G00, G01, etc.)</a:t>
            </a:r>
          </a:p>
          <a:p>
            <a:pPr>
              <a:spcBef>
                <a:spcPts val="600"/>
              </a:spcBef>
              <a:defRPr sz="1400"/>
            </a:pPr>
            <a:r>
              <a:t>Tracks coordinates (X, Y, Z)</a:t>
            </a:r>
          </a:p>
          <a:p>
            <a:pPr>
              <a:spcBef>
                <a:spcPts val="600"/>
              </a:spcBef>
              <a:defRPr sz="1400"/>
            </a:pPr>
            <a:r>
              <a:t>Classifies motion type</a:t>
            </a:r>
          </a:p>
          <a:p>
            <a:pPr>
              <a:spcBef>
                <a:spcPts val="600"/>
              </a:spcBef>
              <a:defRPr sz="1400"/>
            </a:pPr>
            <a:r>
              <a:t>Calculates distances</a:t>
            </a:r>
          </a:p>
          <a:p>
            <a:pPr>
              <a:spcBef>
                <a:spcPts val="600"/>
              </a:spcBef>
              <a:defRPr sz="1400"/>
            </a:pPr>
            <a:r>
              <a:t>Validates G-code syntax</a:t>
            </a:r>
          </a:p>
          <a:p>
            <a:pPr>
              <a:spcBef>
                <a:spcPts val="600"/>
              </a:spcBef>
              <a:defRPr sz="1400"/>
            </a:pPr>
            <a:r>
              <a:t>2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Output Example</a:t>
            </a:r>
          </a:p>
          <a:p>
            <a:pPr>
              <a:spcBef>
                <a:spcPts val="600"/>
              </a:spcBef>
              <a:defRPr sz="1400"/>
            </a:pPr>
            <a:r>
              <a:t>{</a:t>
            </a:r>
          </a:p>
          <a:p>
            <a:pPr>
              <a:spcBef>
                <a:spcPts val="600"/>
              </a:spcBef>
              <a:defRPr sz="1400"/>
            </a:pPr>
            <a:r>
              <a:t>  "filename": "input.nc",</a:t>
            </a:r>
          </a:p>
          <a:p>
            <a:pPr>
              <a:spcBef>
                <a:spcPts val="600"/>
              </a:spcBef>
              <a:defRPr sz="1400"/>
            </a:pPr>
            <a:r>
              <a:t>  "total_commands": 10,</a:t>
            </a:r>
          </a:p>
          <a:p>
            <a:pPr>
              <a:spcBef>
                <a:spcPts val="600"/>
              </a:spcBef>
              <a:defRPr sz="1400"/>
            </a:pPr>
            <a:r>
              <a:t>  "gcode_blocks": [...]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 2: CAMRunner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Features</a:t>
            </a:r>
          </a:p>
          <a:p>
            <a:pPr>
              <a:spcBef>
                <a:spcPts val="600"/>
              </a:spcBef>
              <a:defRPr sz="1400"/>
            </a:pPr>
            <a:r>
              <a:t>Calculates cutting parameters</a:t>
            </a:r>
          </a:p>
          <a:p>
            <a:pPr>
              <a:spcBef>
                <a:spcPts val="600"/>
              </a:spcBef>
              <a:defRPr sz="1400"/>
            </a:pPr>
            <a:r>
              <a:t>Ap: Axial depth of cut (Z)</a:t>
            </a:r>
          </a:p>
          <a:p>
            <a:pPr>
              <a:spcBef>
                <a:spcPts val="600"/>
              </a:spcBef>
              <a:defRPr sz="1400"/>
            </a:pPr>
            <a:r>
              <a:t>Ae: Radial depth of cut (XY)</a:t>
            </a:r>
          </a:p>
          <a:p>
            <a:pPr>
              <a:spcBef>
                <a:spcPts val="600"/>
              </a:spcBef>
              <a:defRPr sz="1400"/>
            </a:pPr>
            <a:r>
              <a:t>Uses OpenCAMLib library</a:t>
            </a:r>
          </a:p>
          <a:p>
            <a:pPr>
              <a:spcBef>
                <a:spcPts val="600"/>
              </a:spcBef>
              <a:defRPr sz="1400"/>
            </a:pPr>
            <a:r>
              <a:t>Tool geometry analysis</a:t>
            </a:r>
          </a:p>
          <a:p>
            <a:pPr>
              <a:spcBef>
                <a:spcPts val="600"/>
              </a:spcBef>
              <a:defRPr sz="1400"/>
            </a:pPr>
            <a:r>
              <a:t>Cutting path analysis</a:t>
            </a:r>
          </a:p>
          <a:p>
            <a:pPr>
              <a:spcBef>
                <a:spcPts val="600"/>
              </a:spcBef>
              <a:defRPr sz="1400"/>
            </a:pPr>
            <a:r>
              <a:t>12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Output Example</a:t>
            </a:r>
          </a:p>
          <a:p>
            <a:pPr>
              <a:spcBef>
                <a:spcPts val="600"/>
              </a:spcBef>
              <a:defRPr sz="1400"/>
            </a:pPr>
            <a:r>
              <a:t>{</a:t>
            </a:r>
          </a:p>
          <a:p>
            <a:pPr>
              <a:spcBef>
                <a:spcPts val="600"/>
              </a:spcBef>
              <a:defRPr sz="1400"/>
            </a:pPr>
            <a:r>
              <a:t>  "summary": {</a:t>
            </a:r>
          </a:p>
          <a:p>
            <a:pPr>
              <a:spcBef>
                <a:spcPts val="600"/>
              </a:spcBef>
              <a:defRPr sz="1400"/>
            </a:pPr>
            <a:r>
              <a:t>    "total_paths": 2,</a:t>
            </a:r>
          </a:p>
          <a:p>
            <a:pPr>
              <a:spcBef>
                <a:spcPts val="600"/>
              </a:spcBef>
              <a:defRPr sz="1400"/>
            </a:pPr>
            <a:r>
              <a:t>    "ap_max": 0,</a:t>
            </a:r>
          </a:p>
          <a:p>
            <a:pPr>
              <a:spcBef>
                <a:spcPts val="600"/>
              </a:spcBef>
              <a:defRPr sz="1400"/>
            </a:pPr>
            <a:r>
              <a:t>    "ae_max": 6.0</a:t>
            </a:r>
          </a:p>
          <a:p>
            <a:pPr>
              <a:spcBef>
                <a:spcPts val="600"/>
              </a:spcBef>
              <a:defRPr sz="1400"/>
            </a:pPr>
            <a:r>
              <a:t>  },</a:t>
            </a:r>
          </a:p>
          <a:p>
            <a:pPr>
              <a:spcBef>
                <a:spcPts val="600"/>
              </a:spcBef>
              <a:defRPr sz="1400"/>
            </a:pPr>
            <a:r>
              <a:t>  "paths": [...]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 3: CellScheduler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Features</a:t>
            </a:r>
          </a:p>
          <a:p>
            <a:pPr>
              <a:spcBef>
                <a:spcPts val="600"/>
              </a:spcBef>
              <a:defRPr sz="1400"/>
            </a:pPr>
            <a:r>
              <a:t>Multi-machine scheduling</a:t>
            </a:r>
          </a:p>
          <a:p>
            <a:pPr>
              <a:spcBef>
                <a:spcPts val="600"/>
              </a:spcBef>
              <a:defRPr sz="1400"/>
            </a:pPr>
            <a:r>
              <a:t>Work order optimization</a:t>
            </a:r>
          </a:p>
          <a:p>
            <a:pPr>
              <a:spcBef>
                <a:spcPts val="600"/>
              </a:spcBef>
              <a:defRPr sz="1400"/>
            </a:pPr>
            <a:r>
              <a:t>Precedence constraints</a:t>
            </a:r>
          </a:p>
          <a:p>
            <a:pPr>
              <a:spcBef>
                <a:spcPts val="600"/>
              </a:spcBef>
              <a:defRPr sz="1400"/>
            </a:pPr>
            <a:r>
              <a:t>OR-Tools CP-SAT solver</a:t>
            </a:r>
          </a:p>
          <a:p>
            <a:pPr>
              <a:spcBef>
                <a:spcPts val="600"/>
              </a:spcBef>
              <a:defRPr sz="1400"/>
            </a:pPr>
            <a:r>
              <a:t>Utilization analysis</a:t>
            </a:r>
          </a:p>
          <a:p>
            <a:pPr>
              <a:spcBef>
                <a:spcPts val="600"/>
              </a:spcBef>
              <a:defRPr sz="1400"/>
            </a:pPr>
            <a:r>
              <a:t>Bottleneck identification</a:t>
            </a:r>
          </a:p>
          <a:p>
            <a:pPr>
              <a:spcBef>
                <a:spcPts val="600"/>
              </a:spcBef>
              <a:defRPr sz="1400"/>
            </a:pPr>
            <a:r>
              <a:t>12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Output Example</a:t>
            </a:r>
          </a:p>
          <a:p>
            <a:pPr>
              <a:spcBef>
                <a:spcPts val="600"/>
              </a:spcBef>
              <a:defRPr sz="1400"/>
            </a:pPr>
            <a:r>
              <a:t>{</a:t>
            </a:r>
          </a:p>
          <a:p>
            <a:pPr>
              <a:spcBef>
                <a:spcPts val="600"/>
              </a:spcBef>
              <a:defRPr sz="1400"/>
            </a:pPr>
            <a:r>
              <a:t>  "scheduled_tasks": [...],</a:t>
            </a:r>
          </a:p>
          <a:p>
            <a:pPr>
              <a:spcBef>
                <a:spcPts val="600"/>
              </a:spcBef>
              <a:defRPr sz="1400"/>
            </a:pPr>
            <a:r>
              <a:t>  "statistics": {</a:t>
            </a:r>
          </a:p>
          <a:p>
            <a:pPr>
              <a:spcBef>
                <a:spcPts val="600"/>
              </a:spcBef>
              <a:defRPr sz="1400"/>
            </a:pPr>
            <a:r>
              <a:t>    "makespan_hours": 109.72,</a:t>
            </a:r>
          </a:p>
          <a:p>
            <a:pPr>
              <a:spcBef>
                <a:spcPts val="600"/>
              </a:spcBef>
              <a:defRPr sz="1400"/>
            </a:pPr>
            <a:r>
              <a:t>    "utilization": {...}</a:t>
            </a:r>
          </a:p>
          <a:p>
            <a:pPr>
              <a:spcBef>
                <a:spcPts val="600"/>
              </a:spcBef>
              <a:defRPr sz="1400"/>
            </a:pPr>
            <a:r>
              <a:t>  },</a:t>
            </a:r>
          </a:p>
          <a:p>
            <a:pPr>
              <a:spcBef>
                <a:spcPts val="600"/>
              </a:spcBef>
              <a:defRPr sz="1400"/>
            </a:pPr>
            <a:r>
              <a:t>  "gantt_data": {...}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 4: ScheduleVisualizer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Features</a:t>
            </a:r>
          </a:p>
          <a:p>
            <a:pPr>
              <a:spcBef>
                <a:spcPts val="600"/>
              </a:spcBef>
              <a:defRPr sz="1400"/>
            </a:pPr>
            <a:r>
              <a:t>Generates Gantt charts</a:t>
            </a:r>
          </a:p>
          <a:p>
            <a:pPr>
              <a:spcBef>
                <a:spcPts val="600"/>
              </a:spcBef>
              <a:defRPr sz="1400"/>
            </a:pPr>
            <a:r>
              <a:t>Interactive HTML output</a:t>
            </a:r>
          </a:p>
          <a:p>
            <a:pPr>
              <a:spcBef>
                <a:spcPts val="600"/>
              </a:spcBef>
              <a:defRPr sz="1400"/>
            </a:pPr>
            <a:r>
              <a:t>Machine timeline view</a:t>
            </a:r>
          </a:p>
          <a:p>
            <a:pPr>
              <a:spcBef>
                <a:spcPts val="600"/>
              </a:spcBef>
              <a:defRPr sz="1400"/>
            </a:pPr>
            <a:r>
              <a:t>Utilization metrics</a:t>
            </a:r>
          </a:p>
          <a:p>
            <a:pPr>
              <a:spcBef>
                <a:spcPts val="600"/>
              </a:spcBef>
              <a:defRPr sz="1400"/>
            </a:pPr>
            <a:r>
              <a:t>Work order tracking</a:t>
            </a:r>
          </a:p>
          <a:p>
            <a:pPr>
              <a:spcBef>
                <a:spcPts val="600"/>
              </a:spcBef>
              <a:defRPr sz="1400"/>
            </a:pPr>
            <a:r>
              <a:t>Plotly visualizations</a:t>
            </a:r>
          </a:p>
          <a:p>
            <a:pPr>
              <a:spcBef>
                <a:spcPts val="600"/>
              </a:spcBef>
              <a:defRPr sz="1400"/>
            </a:pPr>
            <a:r>
              <a:t>18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Output</a:t>
            </a:r>
          </a:p>
          <a:p>
            <a:pPr>
              <a:spcBef>
                <a:spcPts val="600"/>
              </a:spcBef>
              <a:defRPr sz="1400"/>
            </a:pPr>
            <a:r>
              <a:t>schedule_dashboard.html</a:t>
            </a:r>
          </a:p>
          <a:p>
            <a:pPr>
              <a:spcBef>
                <a:spcPts val="600"/>
              </a:spcBef>
              <a:defRPr sz="1400"/>
            </a:pPr>
            <a:r>
              <a:t>  ✓ Interactive Gantt chart</a:t>
            </a:r>
          </a:p>
          <a:p>
            <a:pPr>
              <a:spcBef>
                <a:spcPts val="600"/>
              </a:spcBef>
              <a:defRPr sz="1400"/>
            </a:pPr>
            <a:r>
              <a:t>  ✓ Machine timelines</a:t>
            </a:r>
          </a:p>
          <a:p>
            <a:pPr>
              <a:spcBef>
                <a:spcPts val="600"/>
              </a:spcBef>
              <a:defRPr sz="1400"/>
            </a:pPr>
            <a:r>
              <a:t>  ✓ Utilization graphs</a:t>
            </a:r>
          </a:p>
          <a:p>
            <a:pPr>
              <a:spcBef>
                <a:spcPts val="600"/>
              </a:spcBef>
              <a:defRPr sz="1400"/>
            </a:pPr>
            <a:r>
              <a:t>  ✓ Task details</a:t>
            </a:r>
          </a:p>
          <a:p>
            <a:pPr>
              <a:spcBef>
                <a:spcPts val="600"/>
              </a:spcBef>
              <a:defRPr sz="1400"/>
            </a:pPr>
            <a:r>
              <a:t>  ✓ Resource allocation</a:t>
            </a:r>
          </a:p>
          <a:p>
            <a:pPr>
              <a:spcBef>
                <a:spcPts val="600"/>
              </a:spcBef>
              <a:defRPr sz="1400"/>
            </a:pPr>
            <a:r>
              <a:t>  ✓ Real-time hover info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Workflow 1: Minimal Analysis (2 Stages)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Purpose: Fast G-code analysis</a:t>
            </a:r>
          </a:p>
          <a:p>
            <a:pPr>
              <a:defRPr sz="2000"/>
            </a:pPr>
            <a:r>
              <a:t>Stage 1: gcode_parsing</a:t>
            </a:r>
          </a:p>
          <a:p>
            <a:pPr>
              <a:defRPr sz="2000"/>
            </a:pPr>
            <a:r>
              <a:t>  • Input: G-code file path</a:t>
            </a:r>
          </a:p>
          <a:p>
            <a:pPr>
              <a:defRPr sz="2000"/>
            </a:pPr>
            <a:r>
              <a:t>  • Output: Parsed blocks with coordinates</a:t>
            </a:r>
          </a:p>
          <a:p>
            <a:pPr>
              <a:defRPr sz="2000"/>
            </a:pPr>
            <a:r>
              <a:t>Stage 2: cam_analysis</a:t>
            </a:r>
          </a:p>
          <a:p>
            <a:pPr>
              <a:defRPr sz="2000"/>
            </a:pPr>
            <a:r>
              <a:t>  • Input: Parsed G-code blocks</a:t>
            </a:r>
          </a:p>
          <a:p>
            <a:pPr>
              <a:defRPr sz="2000"/>
            </a:pPr>
            <a:r>
              <a:t>  • Output: Cutting parameters (Ap/Ae)</a:t>
            </a:r>
          </a:p>
          <a:p>
            <a:pPr>
              <a:defRPr sz="2000"/>
            </a:pPr>
            <a:r>
              <a:t>Command: uv run orchestrator_main.py --workflow minimal-analysis --input &lt;file.nc&gt;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Workflow 2: Full Manufacturing (4 Stages)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Purpose: Complete manufacturing pipeline</a:t>
            </a:r>
          </a:p>
          <a:p>
            <a:pPr>
              <a:defRPr sz="2000"/>
            </a:pPr>
            <a:r>
              <a:t>Stage 1: gcode_parsing → Parsed G-code</a:t>
            </a:r>
          </a:p>
          <a:p>
            <a:pPr>
              <a:defRPr sz="2000"/>
            </a:pPr>
            <a:r>
              <a:t>Stage 2: cam_analysis → Cutting parameters</a:t>
            </a:r>
          </a:p>
          <a:p>
            <a:pPr>
              <a:defRPr sz="2000"/>
            </a:pPr>
            <a:r>
              <a:t>Stage 3: cell_scheduling → Work order schedule</a:t>
            </a:r>
          </a:p>
          <a:p>
            <a:pPr>
              <a:defRPr sz="2000"/>
            </a:pPr>
            <a:r>
              <a:t>Stage 4: schedule_visualization → Interactive dashboard</a:t>
            </a:r>
          </a:p>
          <a:p>
            <a:pPr>
              <a:defRPr sz="2000"/>
            </a:pPr>
            <a:r>
              <a:t>Output: All stage results + schedule + visualizations</a:t>
            </a:r>
          </a:p>
          <a:p>
            <a:pPr>
              <a:defRPr sz="2000"/>
            </a:pPr>
            <a:r>
              <a:t>Command: uv run orchestrator_main.py --workflow full-manufacturing --input &lt;file.nc&gt;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State Management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Initial State: WorkflowState(input_data=gcode_content)</a:t>
            </a:r>
          </a:p>
          <a:p>
            <a:pPr>
              <a:defRPr sz="2000"/>
            </a:pPr>
            <a:r>
              <a:t>Node 1 (gcode_parsing):</a:t>
            </a:r>
          </a:p>
          <a:p>
            <a:pPr>
              <a:defRPr sz="2000"/>
            </a:pPr>
            <a:r>
              <a:t>  • Receives: WorkflowState</a:t>
            </a:r>
          </a:p>
          <a:p>
            <a:pPr>
              <a:defRPr sz="2000"/>
            </a:pPr>
            <a:r>
              <a:t>  • Returns: {stage_results: {...}, stages_completed: [...]}</a:t>
            </a:r>
          </a:p>
          <a:p>
            <a:pPr>
              <a:defRPr sz="2000"/>
            </a:pPr>
            <a:r>
              <a:t>  • LangGraph merges updates into state</a:t>
            </a:r>
          </a:p>
          <a:p>
            <a:pPr>
              <a:defRPr sz="2000"/>
            </a:pPr>
            <a:r>
              <a:t>Node 2, 3, 4: Repeat with updated state</a:t>
            </a:r>
          </a:p>
          <a:p>
            <a:pPr>
              <a:defRPr sz="2000"/>
            </a:pPr>
            <a:r>
              <a:t>Final State: Contains all outputs from all stages</a:t>
            </a:r>
          </a:p>
          <a:p>
            <a:pPr>
              <a:defRPr sz="2000"/>
            </a:pPr>
            <a:r>
              <a:t>Error Handling: Failed stages tracked without stopping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I/O Specifications - GcodeParser to CAMRunner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GcodeParser Input</a:t>
            </a:r>
          </a:p>
          <a:p>
            <a:pPr>
              <a:spcBef>
                <a:spcPts val="600"/>
              </a:spcBef>
              <a:defRPr sz="1400"/>
            </a:pPr>
            <a:r>
              <a:t>File path: string</a:t>
            </a:r>
          </a:p>
          <a:p>
            <a:pPr>
              <a:spcBef>
                <a:spcPts val="600"/>
              </a:spcBef>
              <a:defRPr sz="1400"/>
            </a:pPr>
            <a:r>
              <a:t>Content: G-code text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samples/simple/</a:t>
            </a:r>
          </a:p>
          <a:p>
            <a:pPr>
              <a:spcBef>
                <a:spcPts val="600"/>
              </a:spcBef>
              <a:defRPr sz="1400"/>
            </a:pPr>
            <a:r>
              <a:t>  001_simple_square.nc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GcodeParser Output</a:t>
            </a:r>
          </a:p>
          <a:p>
            <a:pPr>
              <a:spcBef>
                <a:spcPts val="600"/>
              </a:spcBef>
              <a:defRPr sz="1400"/>
            </a:pPr>
            <a:r>
              <a:t>filename: string</a:t>
            </a:r>
          </a:p>
          <a:p>
            <a:pPr>
              <a:spcBef>
                <a:spcPts val="600"/>
              </a:spcBef>
              <a:defRPr sz="1400"/>
            </a:pPr>
            <a:r>
              <a:t>total_commands: int</a:t>
            </a:r>
          </a:p>
          <a:p>
            <a:pPr>
              <a:spcBef>
                <a:spcPts val="600"/>
              </a:spcBef>
              <a:defRPr sz="1400"/>
            </a:pPr>
            <a:r>
              <a:t>total_distance: float</a:t>
            </a:r>
          </a:p>
          <a:p>
            <a:pPr>
              <a:spcBef>
                <a:spcPts val="600"/>
              </a:spcBef>
              <a:defRPr sz="1400"/>
            </a:pPr>
            <a:r>
              <a:t>gcode_blocks: [{</a:t>
            </a:r>
          </a:p>
          <a:p>
            <a:pPr>
              <a:spcBef>
                <a:spcPts val="600"/>
              </a:spcBef>
              <a:defRPr sz="1400"/>
            </a:pPr>
            <a:r>
              <a:t>  command, parameters,</a:t>
            </a:r>
          </a:p>
          <a:p>
            <a:pPr>
              <a:spcBef>
                <a:spcPts val="600"/>
              </a:spcBef>
              <a:defRPr sz="1400"/>
            </a:pPr>
            <a:r>
              <a:t>  start/end_position,</a:t>
            </a:r>
          </a:p>
          <a:p>
            <a:pPr>
              <a:spcBef>
                <a:spcPts val="600"/>
              </a:spcBef>
              <a:defRPr sz="1400"/>
            </a:pPr>
            <a:r>
              <a:t>  distance, is_cutting</a:t>
            </a:r>
          </a:p>
          <a:p>
            <a:pPr>
              <a:spcBef>
                <a:spcPts val="600"/>
              </a:spcBef>
              <a:defRPr sz="1400"/>
            </a:pPr>
            <a:r>
              <a:t>}]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I/O Specifications - CAMRunner to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CAMRunner Input</a:t>
            </a:r>
          </a:p>
          <a:p>
            <a:pPr>
              <a:spcBef>
                <a:spcPts val="600"/>
              </a:spcBef>
              <a:defRPr sz="1400"/>
            </a:pPr>
            <a:r>
              <a:t>G-code blocks: [{</a:t>
            </a:r>
          </a:p>
          <a:p>
            <a:pPr>
              <a:spcBef>
                <a:spcPts val="600"/>
              </a:spcBef>
              <a:defRPr sz="1400"/>
            </a:pPr>
            <a:r>
              <a:t>  positions, distance,</a:t>
            </a:r>
          </a:p>
          <a:p>
            <a:pPr>
              <a:spcBef>
                <a:spcPts val="600"/>
              </a:spcBef>
              <a:defRPr sz="1400"/>
            </a:pPr>
            <a:r>
              <a:t>  is_cutting</a:t>
            </a:r>
          </a:p>
          <a:p>
            <a:pPr>
              <a:spcBef>
                <a:spcPts val="600"/>
              </a:spcBef>
              <a:defRPr sz="1400"/>
            </a:pPr>
            <a:r>
              <a:t>}]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CAMRunner Output</a:t>
            </a:r>
          </a:p>
          <a:p>
            <a:pPr>
              <a:spcBef>
                <a:spcPts val="600"/>
              </a:spcBef>
              <a:defRPr sz="1400"/>
            </a:pPr>
            <a:r>
              <a:t>summary: {</a:t>
            </a:r>
          </a:p>
          <a:p>
            <a:pPr>
              <a:spcBef>
                <a:spcPts val="600"/>
              </a:spcBef>
              <a:defRPr sz="1400"/>
            </a:pPr>
            <a:r>
              <a:t>  total_paths,</a:t>
            </a:r>
          </a:p>
          <a:p>
            <a:pPr>
              <a:spcBef>
                <a:spcPts val="600"/>
              </a:spcBef>
              <a:defRPr sz="1400"/>
            </a:pPr>
            <a:r>
              <a:t>  ap_max, ae_max,</a:t>
            </a:r>
          </a:p>
          <a:p>
            <a:pPr>
              <a:spcBef>
                <a:spcPts val="600"/>
              </a:spcBef>
              <a:defRPr sz="1400"/>
            </a:pPr>
            <a:r>
              <a:t>  cutting_segments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  <a:p>
            <a:pPr>
              <a:spcBef>
                <a:spcPts val="600"/>
              </a:spcBef>
              <a:defRPr sz="1400"/>
            </a:pPr>
            <a:r>
              <a:t>paths: [{</a:t>
            </a:r>
          </a:p>
          <a:p>
            <a:pPr>
              <a:spcBef>
                <a:spcPts val="600"/>
              </a:spcBef>
              <a:defRPr sz="1400"/>
            </a:pPr>
            <a:r>
              <a:t>  Ap, Ae, length</a:t>
            </a:r>
          </a:p>
          <a:p>
            <a:pPr>
              <a:spcBef>
                <a:spcPts val="600"/>
              </a:spcBef>
              <a:defRPr sz="1400"/>
            </a:pPr>
            <a:r>
              <a:t>}]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I/O Specifications - Scheduler to Visualizer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86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Scheduler Output</a:t>
            </a:r>
          </a:p>
          <a:p>
            <a:pPr>
              <a:spcBef>
                <a:spcPts val="600"/>
              </a:spcBef>
              <a:defRPr sz="1400"/>
            </a:pPr>
            <a:r>
              <a:t>scheduled_tasks: [{</a:t>
            </a:r>
          </a:p>
          <a:p>
            <a:pPr>
              <a:spcBef>
                <a:spcPts val="600"/>
              </a:spcBef>
              <a:defRPr sz="1400"/>
            </a:pPr>
            <a:r>
              <a:t>  wo_id, job_id,</a:t>
            </a:r>
          </a:p>
          <a:p>
            <a:pPr>
              <a:spcBef>
                <a:spcPts val="600"/>
              </a:spcBef>
              <a:defRPr sz="1400"/>
            </a:pPr>
            <a:r>
              <a:t>  machine_id,</a:t>
            </a:r>
          </a:p>
          <a:p>
            <a:pPr>
              <a:spcBef>
                <a:spcPts val="600"/>
              </a:spcBef>
              <a:defRPr sz="1400"/>
            </a:pPr>
            <a:r>
              <a:t>  start_time, end_time</a:t>
            </a:r>
          </a:p>
          <a:p>
            <a:pPr>
              <a:spcBef>
                <a:spcPts val="600"/>
              </a:spcBef>
              <a:defRPr sz="1400"/>
            </a:pPr>
            <a:r>
              <a:t>}]</a:t>
            </a:r>
          </a:p>
          <a:p>
            <a:pPr>
              <a:spcBef>
                <a:spcPts val="600"/>
              </a:spcBef>
              <a:defRPr sz="1400"/>
            </a:pPr>
            <a:r>
              <a:t>statistics: {</a:t>
            </a:r>
          </a:p>
          <a:p>
            <a:pPr>
              <a:spcBef>
                <a:spcPts val="600"/>
              </a:spcBef>
              <a:defRPr sz="1400"/>
            </a:pPr>
            <a:r>
              <a:t>  makespan_hours,</a:t>
            </a:r>
          </a:p>
          <a:p>
            <a:pPr>
              <a:spcBef>
                <a:spcPts val="600"/>
              </a:spcBef>
              <a:defRPr sz="1400"/>
            </a:pPr>
            <a:r>
              <a:t>  utilization_percent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914400"/>
            <a:ext cx="4343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Visualizer Output</a:t>
            </a:r>
          </a:p>
          <a:p>
            <a:pPr>
              <a:spcBef>
                <a:spcPts val="600"/>
              </a:spcBef>
              <a:defRPr sz="1400"/>
            </a:pPr>
            <a:r>
              <a:t>schedule_dashboard.html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gantt_data: {</a:t>
            </a:r>
          </a:p>
          <a:p>
            <a:pPr>
              <a:spcBef>
                <a:spcPts val="600"/>
              </a:spcBef>
              <a:defRPr sz="1400"/>
            </a:pPr>
            <a:r>
              <a:t>  tasks: [...],</a:t>
            </a:r>
          </a:p>
          <a:p>
            <a:pPr>
              <a:spcBef>
                <a:spcPts val="600"/>
              </a:spcBef>
              <a:defRPr sz="1400"/>
            </a:pPr>
            <a:r>
              <a:t>  resources: [...],</a:t>
            </a:r>
          </a:p>
          <a:p>
            <a:pPr>
              <a:spcBef>
                <a:spcPts val="600"/>
              </a:spcBef>
              <a:defRPr sz="1400"/>
            </a:pPr>
            <a:r>
              <a:t>  start/end times</a:t>
            </a:r>
          </a:p>
          <a:p>
            <a:pPr>
              <a:spcBef>
                <a:spcPts val="600"/>
              </a:spcBef>
              <a:defRPr sz="1400"/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Orchestrator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Load workflow definition (JSON): minimal-analysis.json or full-manufacturing.json</a:t>
            </a:r>
          </a:p>
          <a:p>
            <a:pPr>
              <a:defRPr sz="2000"/>
            </a:pPr>
            <a:r>
              <a:t>2. Build StateGraph: Creates nodes for each enabled stage</a:t>
            </a:r>
          </a:p>
          <a:p>
            <a:pPr>
              <a:defRPr sz="2000"/>
            </a:pPr>
            <a:r>
              <a:t>3. Connect edges: gcode_parsing → cam_analysis → [scheduling] → [visualization]</a:t>
            </a:r>
          </a:p>
          <a:p>
            <a:pPr>
              <a:defRPr sz="2000"/>
            </a:pPr>
            <a:r>
              <a:t>4. Initialize state: WorkflowState(input_data=gcode_path)</a:t>
            </a:r>
          </a:p>
          <a:p>
            <a:pPr>
              <a:defRPr sz="2000"/>
            </a:pPr>
            <a:r>
              <a:t>5. Invoke graph: graph.invoke(state) executes all nodes sequentially</a:t>
            </a:r>
          </a:p>
          <a:p>
            <a:pPr>
              <a:defRPr sz="2000"/>
            </a:pPr>
            <a:r>
              <a:t>6. Accumulate results: Each node updates stage_results in state</a:t>
            </a:r>
          </a:p>
          <a:p>
            <a:pPr>
              <a:defRPr sz="2000"/>
            </a:pPr>
            <a:r>
              <a:t>7. Return final state: All outputs combined in single result dictionary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Testing Strategy (51 Tests, 100% Pass Rate)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Integration Tests (7): End-to-end workflow validation</a:t>
            </a:r>
          </a:p>
          <a:p>
            <a:pPr>
              <a:defRPr sz="2000"/>
            </a:pPr>
            <a:r>
              <a:t>  • test_gcode_parser, test_cam_runner</a:t>
            </a:r>
          </a:p>
          <a:p>
            <a:pPr>
              <a:defRPr sz="2000"/>
            </a:pPr>
            <a:r>
              <a:t>  • test_orchestrator, test_full_manufacturing_workflow</a:t>
            </a:r>
          </a:p>
          <a:p>
            <a:pPr>
              <a:defRPr sz="2000"/>
            </a:pPr>
            <a:r>
              <a:t>  • test_workflow_execution_summary, etc.</a:t>
            </a:r>
          </a:p>
          <a:p>
            <a:pPr>
              <a:defRPr sz="2000"/>
            </a:pPr>
            <a:r>
              <a:t>Unit Tests by Agent:</a:t>
            </a:r>
          </a:p>
          <a:p>
            <a:pPr>
              <a:defRPr sz="2000"/>
            </a:pPr>
            <a:r>
              <a:t>  • gcode-parser: 2 tests</a:t>
            </a:r>
          </a:p>
          <a:p>
            <a:pPr>
              <a:defRPr sz="2000"/>
            </a:pPr>
            <a:r>
              <a:t>  • cam-runner: 12 tests</a:t>
            </a:r>
          </a:p>
          <a:p>
            <a:pPr>
              <a:defRPr sz="2000"/>
            </a:pPr>
            <a:r>
              <a:t>  • cell-scheduler: 12 tests</a:t>
            </a:r>
          </a:p>
          <a:p>
            <a:pPr>
              <a:defRPr sz="2000"/>
            </a:pPr>
            <a:r>
              <a:t>  • cell-schedule-visualizer: 18 tests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Error Handling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Try-Catch in Each Stage:</a:t>
            </a:r>
          </a:p>
          <a:p>
            <a:pPr>
              <a:defRPr sz="2000"/>
            </a:pPr>
            <a:r>
              <a:t>  • Errors captured but don't stop pipeline</a:t>
            </a:r>
          </a:p>
          <a:p>
            <a:pPr>
              <a:defRPr sz="2000"/>
            </a:pPr>
            <a:r>
              <a:t>  • Failed stages tracked in state.stages_failed</a:t>
            </a:r>
          </a:p>
          <a:p>
            <a:pPr>
              <a:defRPr sz="2000"/>
            </a:pPr>
            <a:r>
              <a:t>  • Error messages accumulated in state.errors</a:t>
            </a:r>
          </a:p>
          <a:p>
            <a:pPr>
              <a:defRPr sz="2000"/>
            </a:pPr>
            <a:r>
              <a:t>Final Status:</a:t>
            </a:r>
          </a:p>
          <a:p>
            <a:pPr>
              <a:defRPr sz="2000"/>
            </a:pPr>
            <a:r>
              <a:t>  • "success" if all stages complete</a:t>
            </a:r>
          </a:p>
          <a:p>
            <a:pPr>
              <a:defRPr sz="2000"/>
            </a:pPr>
            <a:r>
              <a:t>  • "partial" if any stage fails</a:t>
            </a:r>
          </a:p>
          <a:p>
            <a:pPr>
              <a:defRPr sz="2000"/>
            </a:pPr>
            <a:r>
              <a:t>Execution Summary: Shows completed vs failed stages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Typical Execution Times:</a:t>
            </a:r>
          </a:p>
          <a:p>
            <a:pPr>
              <a:defRPr sz="2000"/>
            </a:pPr>
            <a:r>
              <a:t>  • G-code Parsing: 50-100ms</a:t>
            </a:r>
          </a:p>
          <a:p>
            <a:pPr>
              <a:defRPr sz="2000"/>
            </a:pPr>
            <a:r>
              <a:t>  • CAM Analysis: 20-50ms</a:t>
            </a:r>
          </a:p>
          <a:p>
            <a:pPr>
              <a:defRPr sz="2000"/>
            </a:pPr>
            <a:r>
              <a:t>  • Cell Scheduling: 100-500ms</a:t>
            </a:r>
          </a:p>
          <a:p>
            <a:pPr>
              <a:defRPr sz="2000"/>
            </a:pPr>
            <a:r>
              <a:t>  • Visualization: 300-500ms</a:t>
            </a:r>
          </a:p>
          <a:p>
            <a:pPr>
              <a:defRPr sz="2000"/>
            </a:pPr>
            <a:r>
              <a:t>  • Total (Full Pipeline): 500-1500ms</a:t>
            </a:r>
          </a:p>
          <a:p>
            <a:pPr>
              <a:defRPr sz="2000"/>
            </a:pPr>
            <a:r>
              <a:t>Scalability: Tested with ISO10791 test files (80+ G-code samples)</a:t>
            </a:r>
          </a:p>
          <a:p>
            <a:pPr>
              <a:defRPr sz="2000"/>
            </a:pPr>
            <a:r>
              <a:t>Memory: Efficient state management with Pydantic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Quick Start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Install dependencies: uv sync</a:t>
            </a:r>
          </a:p>
          <a:p>
            <a:pPr>
              <a:defRPr sz="2000"/>
            </a:pPr>
            <a:r>
              <a:t>2. List workflows: uv run orchestrator_main.py --list-workflows</a:t>
            </a:r>
          </a:p>
          <a:p>
            <a:pPr>
              <a:defRPr sz="2000"/>
            </a:pPr>
            <a:r>
              <a:t>3. Run minimal analysis:</a:t>
            </a:r>
          </a:p>
          <a:p>
            <a:pPr>
              <a:defRPr sz="2000"/>
            </a:pPr>
            <a:r>
              <a:t>   uv run orchestrator_main.py --workflow minimal-analysis \</a:t>
            </a:r>
          </a:p>
          <a:p>
            <a:pPr>
              <a:defRPr sz="2000"/>
            </a:pPr>
            <a:r>
              <a:t>       --input samples/simple/001_simple_square.nc</a:t>
            </a:r>
          </a:p>
          <a:p>
            <a:pPr>
              <a:defRPr sz="2000"/>
            </a:pPr>
            <a:r>
              <a:t>4. Run full pipeline:</a:t>
            </a:r>
          </a:p>
          <a:p>
            <a:pPr>
              <a:defRPr sz="2000"/>
            </a:pPr>
            <a:r>
              <a:t>   uv run orchestrator_main.py --workflow full-manufacturing \</a:t>
            </a:r>
          </a:p>
          <a:p>
            <a:pPr>
              <a:defRPr sz="2000"/>
            </a:pPr>
            <a:r>
              <a:t>       --input samples/simple/001_simple_square.nc</a:t>
            </a:r>
          </a:p>
          <a:p>
            <a:pPr>
              <a:defRPr sz="2000"/>
            </a:pPr>
            <a:r>
              <a:t>5. View dashboard: samples/cell-schedule-visualizer/output/schedule_dashboard.html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Code Quality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Type Safety: Pydantic BaseModel + explicit type hints</a:t>
            </a:r>
          </a:p>
          <a:p>
            <a:pPr>
              <a:defRPr sz="2000"/>
            </a:pPr>
            <a:r>
              <a:t>✅ Architecture: LangGraph StateGraph (industry standard)</a:t>
            </a:r>
          </a:p>
          <a:p>
            <a:pPr>
              <a:defRPr sz="2000"/>
            </a:pPr>
            <a:r>
              <a:t>✅ Testing: 51 comprehensive tests (100% pass rate)</a:t>
            </a:r>
          </a:p>
          <a:p>
            <a:pPr>
              <a:defRPr sz="2000"/>
            </a:pPr>
            <a:r>
              <a:t>✅ Documentation: Docstrings, READMEs, inline comments</a:t>
            </a:r>
          </a:p>
          <a:p>
            <a:pPr>
              <a:defRPr sz="2000"/>
            </a:pPr>
            <a:r>
              <a:t>✅ Error Handling: Try-catch with meaningful messages</a:t>
            </a:r>
          </a:p>
          <a:p>
            <a:pPr>
              <a:defRPr sz="2000"/>
            </a:pPr>
            <a:r>
              <a:t>✅ Logging: Structured logging throughout</a:t>
            </a:r>
          </a:p>
          <a:p>
            <a:pPr>
              <a:defRPr sz="2000"/>
            </a:pPr>
            <a:r>
              <a:t>✅ Code Formatting: Black code formatter</a:t>
            </a:r>
          </a:p>
          <a:p>
            <a:pPr>
              <a:defRPr sz="2000"/>
            </a:pPr>
            <a:r>
              <a:t>✅ Linting: Flake8 for style compliance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Extensibility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Easy to Add New Agents: Register in LangGraphOrchestrator</a:t>
            </a:r>
          </a:p>
          <a:p>
            <a:pPr>
              <a:defRPr sz="2000"/>
            </a:pPr>
            <a:r>
              <a:t>Custom Workflows: Define new JSON workflow files</a:t>
            </a:r>
          </a:p>
          <a:p>
            <a:pPr>
              <a:defRPr sz="2000"/>
            </a:pPr>
            <a:r>
              <a:t>Conditional Routing: LangGraph supports conditional edges</a:t>
            </a:r>
          </a:p>
          <a:p>
            <a:pPr>
              <a:defRPr sz="2000"/>
            </a:pPr>
            <a:r>
              <a:t>Parallel Execution: Multiple agents can run concurrently</a:t>
            </a:r>
          </a:p>
          <a:p>
            <a:pPr>
              <a:defRPr sz="2000"/>
            </a:pPr>
            <a:r>
              <a:t>Async Support: LangGraph enables async node execution</a:t>
            </a:r>
          </a:p>
          <a:p>
            <a:pPr>
              <a:defRPr sz="2000"/>
            </a:pPr>
            <a:r>
              <a:t>Streaming: Real-time result streaming support</a:t>
            </a:r>
          </a:p>
          <a:p>
            <a:pPr>
              <a:defRPr sz="2000"/>
            </a:pPr>
            <a:r>
              <a:t>Nested Graphs: Complex multi-level workflows possible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Project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Clear Separation of Concerns: Each agent handles one task</a:t>
            </a:r>
          </a:p>
          <a:p>
            <a:pPr>
              <a:defRPr sz="2000"/>
            </a:pPr>
            <a:r>
              <a:t>🔄 Robust State Management: Immutable Pydantic models</a:t>
            </a:r>
          </a:p>
          <a:p>
            <a:pPr>
              <a:defRPr sz="2000"/>
            </a:pPr>
            <a:r>
              <a:t>📊 Comprehensive Testing: 51 tests covering all aspects</a:t>
            </a:r>
          </a:p>
          <a:p>
            <a:pPr>
              <a:defRPr sz="2000"/>
            </a:pPr>
            <a:r>
              <a:t>📚 Well Documented: README, LANGGRAPH_IMPLEMENTATION.md, inline docs</a:t>
            </a:r>
          </a:p>
          <a:p>
            <a:pPr>
              <a:defRPr sz="2000"/>
            </a:pPr>
            <a:r>
              <a:t>🚀 Production Ready: Error handling, logging, type safety</a:t>
            </a:r>
          </a:p>
          <a:p>
            <a:pPr>
              <a:defRPr sz="2000"/>
            </a:pPr>
            <a:r>
              <a:t>🔧 Maintainable: Modular design, clear interfaces</a:t>
            </a:r>
          </a:p>
          <a:p>
            <a:pPr>
              <a:defRPr sz="2000"/>
            </a:pPr>
            <a:r>
              <a:t>⚡ Performant: Optimized algorithms, efficient state management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Orchestration: LangGraph (StateGraph)</a:t>
            </a:r>
          </a:p>
          <a:p>
            <a:pPr>
              <a:defRPr sz="2000"/>
            </a:pPr>
            <a:r>
              <a:t>State Management: Pydantic BaseModel</a:t>
            </a:r>
          </a:p>
          <a:p>
            <a:pPr>
              <a:defRPr sz="2000"/>
            </a:pPr>
            <a:r>
              <a:t>G-code Parsing: Custom parser + gcodeparser library</a:t>
            </a:r>
          </a:p>
          <a:p>
            <a:pPr>
              <a:defRPr sz="2000"/>
            </a:pPr>
            <a:r>
              <a:t>CAM Analysis: OpenCAMLib (CNC machining library)</a:t>
            </a:r>
          </a:p>
          <a:p>
            <a:pPr>
              <a:defRPr sz="2000"/>
            </a:pPr>
            <a:r>
              <a:t>Scheduling: OR-Tools CP-SAT solver</a:t>
            </a:r>
          </a:p>
          <a:p>
            <a:pPr>
              <a:defRPr sz="2000"/>
            </a:pPr>
            <a:r>
              <a:t>Visualization: Plotly (interactive charts)</a:t>
            </a:r>
          </a:p>
          <a:p>
            <a:pPr>
              <a:defRPr sz="2000"/>
            </a:pPr>
            <a:r>
              <a:t>Testing: pytest</a:t>
            </a:r>
          </a:p>
          <a:p>
            <a:pPr>
              <a:defRPr sz="2000"/>
            </a:pPr>
            <a:r>
              <a:t>Package Management: uv (Python project tool)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Production-grade multi-agent system with robust architecture, comprehensive testing, and clear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